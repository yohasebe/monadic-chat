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Presentation Content</a:t>
            </a:r>
          </a:p>
          <a:p>
            <a:r>
              <a:t>Second line with Japanese text</a:t>
            </a:r>
          </a:p>
          <a:p>
            <a:r>
              <a:t>Third line with numbers: 123456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